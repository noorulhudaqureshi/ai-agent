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Assistant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 |  Voice  |  Image  |  File Search (RAG)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NOOR  |  Saturday 10 October 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|  FastAPI  |  Google Gemini  |  LiveKit  |  Ollama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Project overview and objectives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assistant with four skills: chat, voice, image understanding and document Q&amp;A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API architecture, with an agent that routes each request to the right skill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Google Gemini File Search: answers grounded in uploaded files, with citations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efficient model (gemini-3.5-flash-lite); API keys kept in .env, never in code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Claude Code skills, reviewed and verified step by step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Complete application flow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426464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097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types, speaks or attaches a file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883664" y="1097280"/>
            <a:ext cx="274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57984" y="1097280"/>
            <a:ext cx="1426464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31136" y="1097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UI sends the request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584448" y="1097280"/>
            <a:ext cx="274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8768" y="1097280"/>
            <a:ext cx="1426464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31920" y="1097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picks the skill and provider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85232" y="1097280"/>
            <a:ext cx="274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59552" y="1097280"/>
            <a:ext cx="1426464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32704" y="1097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answers (Gemini, or local Ollama)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86016" y="1097280"/>
            <a:ext cx="274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60336" y="1097280"/>
            <a:ext cx="1426464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33488" y="1097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streams back as text or speech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56032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go through Gemini File Search first; images go to a vision-capable model; the rest is plain chat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reuses the same chat pipeline through the API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provider fails, the next provider is tried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System architecture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212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234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 UI: chat, attachments, voice panel, library pages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61360" y="1097280"/>
            <a:ext cx="26212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98520" y="118872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API  :8000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398520" y="1554480"/>
            <a:ext cx="234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models, voice session and library routes; provider registry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65520" y="1097280"/>
            <a:ext cx="26212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02680" y="118872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02680" y="1554480"/>
            <a:ext cx="234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(cloud, main engine) and Ollama (local, optional)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6212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06324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/ RAG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429000"/>
            <a:ext cx="234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File Search store plus library database and files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61360" y="2971800"/>
            <a:ext cx="26212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98520" y="306324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Cloud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398520" y="3429000"/>
            <a:ext cx="234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over WebRTC between browser and agent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65520" y="2971800"/>
            <a:ext cx="26212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02680" y="306324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02680" y="3429000"/>
            <a:ext cx="234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worker: speech-to-text, reply via API, text-to-speech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Web, API, Agent and Skills architecture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16, React 19, TypeScript, Tailwind 4, shadcn/ui. Chat UI, attachments, voice panel, /library admin.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5544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on Python 3.13. Routes for chat, models, voice, library. Tested with ruff and pytest.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290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requests: files to File Search, images to vision, else chat. LiveKit agent handles voice.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97180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4290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skills: fullstack-ai-assistant, add-photos, add-files-library, livekit-voice-mode.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Chat, Voice, Image and File workflows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and history go to the provider; the reply streams back as Markdown.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5544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&gt; LiveKit (WebRTC) &gt; speech-to-text &gt; chat pipeline &gt; text-to-speech &gt; speaker.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290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paste a photo. It is validated and size-limited, then a vision model describes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97180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4290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PDF, DOCX or MD. It is indexed in File Search; answers come with citations.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RAG / File Search flow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426464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097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document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883664" y="1097280"/>
            <a:ext cx="274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57984" y="1097280"/>
            <a:ext cx="1426464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31136" y="1097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and embed in Gemini File Search store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584448" y="1097280"/>
            <a:ext cx="274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8768" y="1097280"/>
            <a:ext cx="1426464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31920" y="1097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question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85232" y="1097280"/>
            <a:ext cx="274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59552" y="1097280"/>
            <a:ext cx="1426464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32704" y="1097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chunks retrieved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86016" y="1097280"/>
            <a:ext cx="274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60336" y="1097280"/>
            <a:ext cx="1426464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33488" y="1097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[1] citations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56032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come from your documents, not only from model memory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citations let users check the source passage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pages manage collections and documents, and let you test queries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Important AI concepts used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and prompting: system instructions, chat history as context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chunking, embeddings, semantic retrieval, grounded answers, citations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input: images understood by a vision model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pipeline: speech-to-text, turn detection, text-to-speech over WebRTC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routing requests to skills, provider fallback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 and guardrails (upload limits, errors always spoken or shown)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Technologies and tools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16, React 19, TypeScript, Tailwind CSS 4, shadcn/ui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5544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Python 3.13, uv, pydantic, httpx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voice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290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and File Search, Ollama, LiveKit Cloud and Agents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971800"/>
            <a:ext cx="40233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security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4290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ruff, pytest (96 API tests), typecheck, production build; secrets in git-ignored .env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My contribution and implementation decisions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Previewed every skill install with --dry-run before applying 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right install order (voice, then photos, then files library) after dry runs showed conflicts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a stable small Gemini model after Auto picked an unsupported preview model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keys through .env files and checked that no secrets were committed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each stage: ruff, 96 API tests, typecheck, build, and live tests of all four skills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Gemini as the main engine because local models are limited on 8 GB RAM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Live demo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516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097280"/>
            <a:ext cx="17053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ask a question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308860" y="1097280"/>
            <a:ext cx="274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83180" y="1097280"/>
            <a:ext cx="18516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6332" y="1097280"/>
            <a:ext cx="17053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upload a photo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097280"/>
            <a:ext cx="274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18516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82312" y="1097280"/>
            <a:ext cx="17053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ask about a PDF, show [1]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60820" y="1097280"/>
            <a:ext cx="274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35140" y="1097280"/>
            <a:ext cx="18516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8292" y="1097280"/>
            <a:ext cx="17053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Voice: speak a question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56032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API on :8000, web on :3000, voice agent in its own window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gemini-3.5-flash-lite (pinned, not Auto)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plan: keep a short screen recording in case of network problems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Challenges and key learnings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cloud quota ran out, and the local install was missing a file: moved to Gemini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model choice picked a preview model: pinned the model in .env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Installers cannot patch already-edited files: order matters, dry-run first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locked a file during install: stop servers before installing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extension caused a hydration warning: test in incognito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Learning: read generated instructions, verify each step, never commit secrets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Scaling and future improvements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deployment; stateless API behind a load balancer; more agent workers; managed database and storage; login, rate limits and agent token; monitoring.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features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55448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providers (OpenAI and Anthropic are already in the code); multilingual voice and voice picker; per-user libraries; offline local mode; evaluations and analytics.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Full-Stack AI Assistant</dc:title>
  <dc:subject>PptxGenJS Presentation</dc:subject>
  <dc:creator>NOOR</dc:creator>
  <cp:lastModifiedBy>NOOR</cp:lastModifiedBy>
  <cp:revision>1</cp:revision>
  <dcterms:created xsi:type="dcterms:W3CDTF">2026-10-09T19:06:14Z</dcterms:created>
  <dcterms:modified xsi:type="dcterms:W3CDTF">2026-10-09T19:06:14Z</dcterms:modified>
</cp:coreProperties>
</file>